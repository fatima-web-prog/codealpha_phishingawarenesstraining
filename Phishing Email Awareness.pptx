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53" r:id="rId5"/>
    <p:sldId id="345" r:id="rId6"/>
    <p:sldId id="347" r:id="rId7"/>
    <p:sldId id="348" r:id="rId8"/>
    <p:sldId id="351" r:id="rId9"/>
    <p:sldId id="3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966" autoAdjust="0"/>
  </p:normalViewPr>
  <p:slideViewPr>
    <p:cSldViewPr snapToGrid="0">
      <p:cViewPr>
        <p:scale>
          <a:sx n="85" d="100"/>
          <a:sy n="85" d="100"/>
        </p:scale>
        <p:origin x="58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</p:spPr>
        <p:txBody>
          <a:bodyPr/>
          <a:lstStyle/>
          <a:p>
            <a:r>
              <a:rPr lang="en-US" dirty="0"/>
              <a:t>Phishing Email Awareness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/>
          <a:lstStyle/>
          <a:p>
            <a:r>
              <a:rPr lang="en-US" dirty="0"/>
              <a:t>Fatima Arooj Satti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que 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  <a:noFill/>
        </p:spPr>
        <p:txBody>
          <a:bodyPr>
            <a:normAutofit/>
          </a:bodyPr>
          <a:lstStyle/>
          <a:p>
            <a:r>
              <a:rPr lang="en-US" dirty="0"/>
              <a:t>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Phishing is a cyber attack where attackers trick users into revealing sensitive information such as passwords, OTPs, and banking details through fake emails, websites, or messages.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D929C-9009-957F-5897-9AA1649E6C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8EC13-CC66-14BE-C305-D90EB840C4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DBBE7C-AB97-CEBD-2A08-ED0C8A26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495" y="2812863"/>
            <a:ext cx="3747247" cy="374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24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70AC-601F-D537-3460-3FE09CC6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Signs of Phishing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593D07-3857-8A04-606E-258D1E9908D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/>
          <a:p>
            <a:r>
              <a:rPr lang="en-US" dirty="0"/>
              <a:t>Common Signs of Phishing:</a:t>
            </a:r>
          </a:p>
          <a:p>
            <a:endParaRPr lang="en-US" dirty="0"/>
          </a:p>
          <a:p>
            <a:r>
              <a:rPr lang="en-US" dirty="0"/>
              <a:t>• Urgent messages</a:t>
            </a:r>
          </a:p>
          <a:p>
            <a:r>
              <a:rPr lang="en-US" dirty="0"/>
              <a:t>• Suspicious links</a:t>
            </a:r>
          </a:p>
          <a:p>
            <a:r>
              <a:rPr lang="en-US" dirty="0"/>
              <a:t>• Fake login pages</a:t>
            </a:r>
          </a:p>
          <a:p>
            <a:r>
              <a:rPr lang="en-US" dirty="0"/>
              <a:t>• Spelling mistakes</a:t>
            </a:r>
          </a:p>
          <a:p>
            <a:r>
              <a:rPr lang="en-US" dirty="0"/>
              <a:t>• Unknown attachments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571209-E370-2ED0-A645-B0DF6D7FAD6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797296" y="2684747"/>
            <a:ext cx="5901298" cy="3372169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6D170-AC52-72BE-0CB6-F9F504A3D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6466F-9F24-C34E-BBA6-2CB943055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4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443C06-A530-329A-9ECC-3E048482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/>
          <a:p>
            <a:r>
              <a:rPr lang="en-US" dirty="0"/>
              <a:t>Real Example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D45388B-F6C6-3BAE-BC81-AD233BEC85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Your bank account has been suspended. Click here immediately to verify your </a:t>
            </a:r>
            <a:r>
              <a:rPr lang="en-US" sz="1800" dirty="0" err="1"/>
              <a:t>account."This</a:t>
            </a:r>
            <a:r>
              <a:rPr lang="en-US" sz="1800" dirty="0"/>
              <a:t> message is dangerous because it tries to steal user credentials through fake websites.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B908BD-FEA0-9D5A-9C4B-0743A06E6F9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51706" y="2844006"/>
            <a:ext cx="5238750" cy="3190875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4E5619-0985-32B6-EC73-AFBCAB2F1C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2C321-51E3-42FB-272E-92F2DCF5A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9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246B-8AB7-A0C9-C6DD-5D9F49D5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/>
          <a:p>
            <a:r>
              <a:rPr lang="en-US" dirty="0"/>
              <a:t>Safety Tips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0DCAFD-6C4D-D08A-CF94-0DA099CE4B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Never click unknown links</a:t>
            </a:r>
          </a:p>
          <a:p>
            <a:r>
              <a:rPr lang="en-US" dirty="0"/>
              <a:t>Verify sender email</a:t>
            </a:r>
          </a:p>
          <a:p>
            <a:r>
              <a:rPr lang="en-US" dirty="0"/>
              <a:t> Enable Two-Factor Authentication</a:t>
            </a:r>
          </a:p>
          <a:p>
            <a:r>
              <a:rPr lang="en-US" dirty="0"/>
              <a:t> Use antivirus software</a:t>
            </a:r>
          </a:p>
          <a:p>
            <a:r>
              <a:rPr lang="en-US" dirty="0"/>
              <a:t> Avoid downloading suspicious attachments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CBD5EA-868E-37F1-2179-07D567BA72C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424738" y="2755750"/>
            <a:ext cx="4170362" cy="3075287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99439-1EDB-4E13-5595-B32899617D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51A59-0D86-B758-5926-53062622A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81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bouquet of flowers">
            <a:extLst>
              <a:ext uri="{FF2B5EF4-FFF2-40B4-BE49-F238E27FC236}">
                <a16:creationId xmlns:a16="http://schemas.microsoft.com/office/drawing/2014/main" id="{8AB2ECDC-2C97-9031-6EF9-11EF690976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6EF8E06F-4153-981B-474D-3D483B6F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</p:spPr>
        <p:txBody>
          <a:bodyPr>
            <a:normAutofit/>
          </a:bodyPr>
          <a:lstStyle/>
          <a:p>
            <a:r>
              <a:rPr lang="en-US" dirty="0"/>
              <a:t>Fatima Arooj Satti </a:t>
            </a:r>
          </a:p>
          <a:p>
            <a:r>
              <a:rPr lang="en-US" dirty="0"/>
              <a:t>Stay safe online!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1285" y="3209689"/>
            <a:ext cx="362454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787" y="3066998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{B6D7747C-184C-4C3C-834D-E5406BC26CE7}TF6ca04e33-feaa-4cf5-9b27-d56362f12ac085bf296f_win32-5c14a82fef6c</Template>
  <TotalTime>13</TotalTime>
  <Words>136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Baskerville Old Face</vt:lpstr>
      <vt:lpstr>Calibri</vt:lpstr>
      <vt:lpstr>Gill Sans Nova Light</vt:lpstr>
      <vt:lpstr>Custom</vt:lpstr>
      <vt:lpstr>Phishing Email Awareness</vt:lpstr>
      <vt:lpstr>Phishing</vt:lpstr>
      <vt:lpstr>Signs of Phishing</vt:lpstr>
      <vt:lpstr>Real Example</vt:lpstr>
      <vt:lpstr>Safety Tips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Email Awareness</dc:title>
  <dc:creator>Fatima Arooj Satti</dc:creator>
  <cp:lastModifiedBy>Fatima Arooj Satti</cp:lastModifiedBy>
  <cp:revision>1</cp:revision>
  <dcterms:created xsi:type="dcterms:W3CDTF">2026-05-20T18:18:02Z</dcterms:created>
  <dcterms:modified xsi:type="dcterms:W3CDTF">2026-05-20T18:31:27Z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